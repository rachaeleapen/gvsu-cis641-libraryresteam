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392df545c1a0d1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392df545c1a0d1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ff32320d92726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ff32320d92726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1ff32320d92726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1ff32320d92726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ff32320d92726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ff32320d92726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ff32320d92726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ff32320d92726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392df545c1a0d1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392df545c1a0d1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5a86bc271c1d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55a86bc271c1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5a86bc271c1d0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55a86bc271c1d0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55a86bc271c1d0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55a86bc271c1d0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55a86bc271c1d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55a86bc271c1d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55a86bc271c1d0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55a86bc271c1d0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5a86bc271c1d0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55a86bc271c1d0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5a86bc271c1d0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5a86bc271c1d0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5a86bc271c1d0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5a86bc271c1d0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34j3wVezLls" TargetMode="External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Reservation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76"/>
            <a:ext cx="30546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Amith Kumar Das Orko	 Rachael Eapen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Lilly Jackson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7031100" y="4170850"/>
            <a:ext cx="192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Oct 28, 2026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Room Reservation: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Size and Types of Rooms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Clean &amp; Simple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Filtering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213" y="34962"/>
            <a:ext cx="7329574" cy="50735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913" y="37663"/>
            <a:ext cx="5068175" cy="506817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525" y="27275"/>
            <a:ext cx="5088950" cy="50889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325" y="35075"/>
            <a:ext cx="5073350" cy="5073350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Functionalities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</a:t>
            </a:r>
            <a:r>
              <a:rPr lang="en"/>
              <a:t>Features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Check-in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Cancellation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7633"/>
            <a:ext cx="9144003" cy="3469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Diagram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Room check in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425" y="0"/>
            <a:ext cx="3114800" cy="502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351550"/>
            <a:ext cx="8832300" cy="310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125" y="996775"/>
            <a:ext cx="5519251" cy="39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and Team </a:t>
            </a:r>
            <a:r>
              <a:rPr lang="en"/>
              <a:t>Responsibilities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Python: Reservation and cancellation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PostgreSQL: Database management and 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Streamlit: Front end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 Responsibilities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Orko: Python backend development and database connectivity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Rachael: PostgreSQL tables and database queries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Lilly: Frontend development , and connecting the interface to 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Shared: Requirements analysis, UML diagrams, project documentation.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Version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cis 641 presenetation draf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47225"/>
            <a:ext cx="9144000" cy="39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3687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Double-Booking Prevention: </a:t>
            </a:r>
            <a:r>
              <a:rPr lang="en"/>
              <a:t>Test same room reservation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Availability Checking: </a:t>
            </a:r>
            <a:r>
              <a:rPr lang="en"/>
              <a:t>Display only available rooms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Testing: </a:t>
            </a:r>
            <a:r>
              <a:rPr lang="en"/>
              <a:t>Functional and integration testing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Check-In Feature: </a:t>
            </a:r>
            <a:r>
              <a:rPr lang="en"/>
              <a:t>For arriving students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Reservation Validation: </a:t>
            </a:r>
            <a:r>
              <a:rPr lang="en"/>
              <a:t>Check room capacity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Front-end:</a:t>
            </a:r>
            <a:r>
              <a:rPr lang="en"/>
              <a:t> Integrate user interface with the Python backend.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