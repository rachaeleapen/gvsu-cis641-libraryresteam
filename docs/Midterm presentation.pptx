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Economica"/>
      <p:regular r:id="rId21"/>
      <p:bold r:id="rId22"/>
      <p:italic r:id="rId23"/>
      <p:boldItalic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Economica-bold.fntdata"/><Relationship Id="rId21" Type="http://schemas.openxmlformats.org/officeDocument/2006/relationships/font" Target="fonts/Economica-regular.fntdata"/><Relationship Id="rId24" Type="http://schemas.openxmlformats.org/officeDocument/2006/relationships/font" Target="fonts/Economica-boldItalic.fntdata"/><Relationship Id="rId23" Type="http://schemas.openxmlformats.org/officeDocument/2006/relationships/font" Target="fonts/Economic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392df545c1a0d1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392df545c1a0d1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1ff32320d927260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1ff32320d927260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1ff32320d92726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1ff32320d92726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1ff32320d927260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1ff32320d927260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ff32320d927260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ff32320d927260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1392df545c1a0d1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1392df545c1a0d1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55a86bc271c1d0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55a86bc271c1d0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55a86bc271c1d0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55a86bc271c1d0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55a86bc271c1d0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55a86bc271c1d0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55a86bc271c1d0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55a86bc271c1d0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55a86bc271c1d0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55a86bc271c1d0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55a86bc271c1d0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55a86bc271c1d0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55a86bc271c1d0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55a86bc271c1d0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55a86bc271c1d0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55a86bc271c1d0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www.youtube.com/watch?v=34j3wVezLls" TargetMode="External"/><Relationship Id="rId4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Library Reservation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76"/>
            <a:ext cx="30546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Amith Kumar Das Orko	 Rachael Eapen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Lilly Jackson</a:t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7031100" y="4170850"/>
            <a:ext cx="192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Oct 28, 2026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Project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Room Reservation: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Issues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Size and Types of Rooms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Layout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Clean &amp; Simple UI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Filtering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213" y="34962"/>
            <a:ext cx="7329574" cy="5073575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7913" y="37663"/>
            <a:ext cx="5068175" cy="5068175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7525" y="27275"/>
            <a:ext cx="5088950" cy="508895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5325" y="35075"/>
            <a:ext cx="5073350" cy="507335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Functionalities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</a:t>
            </a:r>
            <a:r>
              <a:rPr lang="en"/>
              <a:t>Features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Availability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Reservation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Check-in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Cancellation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Diagram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7633"/>
            <a:ext cx="9144003" cy="3469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Diagram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Room check in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4425" y="0"/>
            <a:ext cx="3114800" cy="502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Diagram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50" y="1351550"/>
            <a:ext cx="8832300" cy="310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Diagram</a:t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7125" y="996775"/>
            <a:ext cx="5519251" cy="392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and Team </a:t>
            </a:r>
            <a:r>
              <a:rPr lang="en"/>
              <a:t>Responsibilities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Python: Reservation and cancellation logic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PostgreSQL: Database management and storage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Streamlit: Front end Development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Team Responsibilities 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Orko: Python backend development and database connectivity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Rachael: PostgreSQL tables and database queries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Lilly: Frontend development , and connecting the interface to backend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Shared: Requirements analysis, UML diagrams, project documentation.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Version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 title="cis 641 presenetation draf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47225"/>
            <a:ext cx="9144000" cy="399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23687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Double-Booking Prevention: </a:t>
            </a:r>
            <a:r>
              <a:rPr lang="en"/>
              <a:t>Test same room reservation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Availability Checking: </a:t>
            </a:r>
            <a:r>
              <a:rPr lang="en"/>
              <a:t>Display only available rooms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Testing: </a:t>
            </a:r>
            <a:r>
              <a:rPr lang="en"/>
              <a:t>Functional and integration testing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Check-In Feature: </a:t>
            </a:r>
            <a:r>
              <a:rPr lang="en"/>
              <a:t>For arriving students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Reservation Validation: </a:t>
            </a:r>
            <a:r>
              <a:rPr lang="en"/>
              <a:t>Check room capacity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Front-end:</a:t>
            </a:r>
            <a:r>
              <a:rPr lang="en"/>
              <a:t> Integrate user interface with the Python backend.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